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Secure Industrial Wearable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v2.1.0 Technical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Dual interlock, torque sensing, voltage protection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ESP32, HX711, OLED, solenoid, battery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Firmware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safety monitoring and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diagnostics, miniaturization, better UX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