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Secure wearable interface with offline operation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Safety-Critical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Dual-interlock, torque sensing, voltage cutoff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Subsystems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ESP32, HX711, OLED, solenoid, battery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Firmware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MicroPython-based modular firmware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Enhanced sensors, miniaturization, extended battery life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